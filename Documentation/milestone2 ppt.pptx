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33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2963" y="857250"/>
            <a:ext cx="4643438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D47A1"/>
                </a:solidFill>
              </a:rPr>
              <a:t>WellBot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842963" y="1431596"/>
            <a:ext cx="464343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4FC3F7"/>
                </a:solidFill>
              </a:rPr>
              <a:t>Global Wellness Assistant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842963" y="1851292"/>
            <a:ext cx="4643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02027"/>
                </a:solidFill>
              </a:rPr>
              <a:t>Milestone 2: Chatbot Testing &amp; Validation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2370999"/>
            <a:ext cx="2465236" cy="83436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2513874"/>
            <a:ext cx="2179486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69" dirty="0">
                <a:solidFill>
                  <a:srgbClr val="102027"/>
                </a:solidFill>
              </a:rPr>
              <a:t>Name: M ABIRAMI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714375" y="2788183"/>
            <a:ext cx="2179486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02027"/>
                </a:solidFill>
              </a:rPr>
              <a:t>Role: Testing &amp; Validation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6100763" y="1357313"/>
            <a:ext cx="2428875" cy="24288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3" y="1471613"/>
            <a:ext cx="2200275" cy="2200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D47A1"/>
                </a:solidFill>
              </a:rPr>
              <a:t>My Contribution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966192"/>
            <a:ext cx="8572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FC3F7"/>
                </a:solidFill>
              </a:rPr>
              <a:t>Core Testing Responsibilities for Milestone 2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485900"/>
            <a:ext cx="8001000" cy="3571652"/>
          </a:xfrm>
          <a:prstGeom prst="rect">
            <a:avLst/>
          </a:prstGeom>
          <a:solidFill>
            <a:srgbClr val="FFFFFF">
              <a:alpha val="4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8688" y="1950244"/>
            <a:ext cx="357188" cy="357188"/>
          </a:xfrm>
          <a:prstGeom prst="rect">
            <a:avLst/>
          </a:prstGeom>
          <a:solidFill>
            <a:srgbClr val="0D47A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984" y="2057400"/>
            <a:ext cx="17859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4469" y="1950244"/>
            <a:ext cx="479253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D47A1"/>
                </a:solidFill>
              </a:rPr>
              <a:t>Frontend–Backend Integration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1464469" y="2207754"/>
            <a:ext cx="479253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102027"/>
                </a:solidFill>
              </a:rPr>
              <a:t>Tested seamless data flow between the user interface and server.</a:t>
            </a:r>
            <a:endParaRPr lang="en-US" sz="1159" dirty="0"/>
          </a:p>
        </p:txBody>
      </p:sp>
      <p:sp>
        <p:nvSpPr>
          <p:cNvPr id="10" name="Shape 6"/>
          <p:cNvSpPr/>
          <p:nvPr/>
        </p:nvSpPr>
        <p:spPr>
          <a:xfrm>
            <a:off x="928688" y="2604567"/>
            <a:ext cx="357188" cy="357188"/>
          </a:xfrm>
          <a:prstGeom prst="rect">
            <a:avLst/>
          </a:prstGeom>
          <a:solidFill>
            <a:srgbClr val="0D47A1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984" y="2711723"/>
            <a:ext cx="178594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4469" y="2604567"/>
            <a:ext cx="613170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D47A1"/>
                </a:solidFill>
              </a:rPr>
              <a:t>Gemini API Verification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1464469" y="2862076"/>
            <a:ext cx="61317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102027"/>
                </a:solidFill>
              </a:rPr>
              <a:t>Verified response generation for accuracy, relevance, and medical appropriateness.</a:t>
            </a:r>
            <a:endParaRPr lang="en-US" sz="1159" dirty="0"/>
          </a:p>
        </p:txBody>
      </p:sp>
      <p:sp>
        <p:nvSpPr>
          <p:cNvPr id="14" name="Shape 9"/>
          <p:cNvSpPr/>
          <p:nvPr/>
        </p:nvSpPr>
        <p:spPr>
          <a:xfrm>
            <a:off x="928688" y="3258889"/>
            <a:ext cx="357188" cy="357188"/>
          </a:xfrm>
          <a:prstGeom prst="rect">
            <a:avLst/>
          </a:prstGeom>
          <a:solidFill>
            <a:srgbClr val="0D47A1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844" y="3366046"/>
            <a:ext cx="142875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4469" y="3258889"/>
            <a:ext cx="5586664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D47A1"/>
                </a:solidFill>
              </a:rPr>
              <a:t>Medical Query Validation</a:t>
            </a:r>
            <a:endParaRPr lang="en-US" sz="1090" dirty="0"/>
          </a:p>
        </p:txBody>
      </p:sp>
      <p:sp>
        <p:nvSpPr>
          <p:cNvPr id="17" name="Text 11"/>
          <p:cNvSpPr/>
          <p:nvPr/>
        </p:nvSpPr>
        <p:spPr>
          <a:xfrm>
            <a:off x="1464469" y="3516399"/>
            <a:ext cx="55866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102027"/>
                </a:solidFill>
              </a:rPr>
              <a:t>Validated chatbot accuracy by comparing outputs against health guidelines.</a:t>
            </a:r>
            <a:endParaRPr lang="en-US" sz="1159" dirty="0"/>
          </a:p>
        </p:txBody>
      </p:sp>
      <p:sp>
        <p:nvSpPr>
          <p:cNvPr id="18" name="Shape 12"/>
          <p:cNvSpPr/>
          <p:nvPr/>
        </p:nvSpPr>
        <p:spPr>
          <a:xfrm>
            <a:off x="928688" y="3913212"/>
            <a:ext cx="357188" cy="357188"/>
          </a:xfrm>
          <a:prstGeom prst="rect">
            <a:avLst/>
          </a:prstGeom>
          <a:solidFill>
            <a:srgbClr val="0D47A1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844" y="4020369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4469" y="3913212"/>
            <a:ext cx="5364287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D47A1"/>
                </a:solidFill>
              </a:rPr>
              <a:t>Error Handling &amp; Edge Cases</a:t>
            </a:r>
            <a:endParaRPr lang="en-US" sz="1090" dirty="0"/>
          </a:p>
        </p:txBody>
      </p:sp>
      <p:sp>
        <p:nvSpPr>
          <p:cNvPr id="21" name="Text 14"/>
          <p:cNvSpPr/>
          <p:nvPr/>
        </p:nvSpPr>
        <p:spPr>
          <a:xfrm>
            <a:off x="1464469" y="4170722"/>
            <a:ext cx="53642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102027"/>
                </a:solidFill>
              </a:rPr>
              <a:t>Checked network timeouts, empty inputs, and ambiguous user requests.</a:t>
            </a:r>
            <a:endParaRPr lang="en-US" sz="1159" dirty="0"/>
          </a:p>
        </p:txBody>
      </p:sp>
      <p:sp>
        <p:nvSpPr>
          <p:cNvPr id="22" name="Shape 15"/>
          <p:cNvSpPr/>
          <p:nvPr/>
        </p:nvSpPr>
        <p:spPr>
          <a:xfrm>
            <a:off x="928688" y="4567535"/>
            <a:ext cx="357188" cy="357188"/>
          </a:xfrm>
          <a:prstGeom prst="rect">
            <a:avLst/>
          </a:prstGeom>
          <a:solidFill>
            <a:srgbClr val="0D47A1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914" y="4674691"/>
            <a:ext cx="160734" cy="1428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64469" y="4567535"/>
            <a:ext cx="5826342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D47A1"/>
                </a:solidFill>
              </a:rPr>
              <a:t>System Performance</a:t>
            </a:r>
            <a:endParaRPr lang="en-US" sz="1090" dirty="0"/>
          </a:p>
        </p:txBody>
      </p:sp>
      <p:sp>
        <p:nvSpPr>
          <p:cNvPr id="25" name="Text 17"/>
          <p:cNvSpPr/>
          <p:nvPr/>
        </p:nvSpPr>
        <p:spPr>
          <a:xfrm>
            <a:off x="1464469" y="4825045"/>
            <a:ext cx="58263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102027"/>
                </a:solidFill>
              </a:rPr>
              <a:t>Ensured stable performance under simulated load for a responsive experience.</a:t>
            </a:r>
            <a:endParaRPr lang="en-US" sz="115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D47A1"/>
                </a:solidFill>
              </a:rPr>
              <a:t>Testing Process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966192"/>
            <a:ext cx="8572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FC3F7"/>
                </a:solidFill>
              </a:rPr>
              <a:t>Methodology &amp; Test Case Execution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800100" y="1771650"/>
            <a:ext cx="320012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02027"/>
                </a:solidFill>
              </a:rPr>
              <a:t>Sent sample medical and health-related queries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00100" y="2109192"/>
            <a:ext cx="278422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02027"/>
                </a:solidFill>
              </a:rPr>
              <a:t>Monitored API request and response flow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00100" y="2446734"/>
            <a:ext cx="332471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02027"/>
                </a:solidFill>
              </a:rPr>
              <a:t>Checked empty input and long message handling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0100" y="2784277"/>
            <a:ext cx="22367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02027"/>
                </a:solidFill>
              </a:rPr>
              <a:t>Tested random and invalid inputs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0100" y="3121819"/>
            <a:ext cx="30085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02027"/>
                </a:solidFill>
              </a:rPr>
              <a:t>Observed response time and system stability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43550" y="1628775"/>
            <a:ext cx="2857500" cy="2857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425" y="1771650"/>
            <a:ext cx="257175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D47A1"/>
                </a:solidFill>
              </a:rPr>
              <a:t>Results &amp; Validation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966192"/>
            <a:ext cx="8572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FC3F7"/>
                </a:solidFill>
              </a:rPr>
              <a:t>Final Outcome and System Readiness</a:t>
            </a:r>
            <a:endParaRPr lang="en-US" sz="1269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40384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5825" y="1628775"/>
            <a:ext cx="33211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02027"/>
                </a:solidFill>
              </a:rPr>
              <a:t>Frontend and backend communication successful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77926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5825" y="1966317"/>
            <a:ext cx="20999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02027"/>
                </a:solidFill>
              </a:rPr>
              <a:t>Gemini API integrated correctly</a:t>
            </a:r>
            <a:endParaRPr lang="en-US" sz="10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315468"/>
            <a:ext cx="171450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85825" y="2303859"/>
            <a:ext cx="32644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02027"/>
                </a:solidFill>
              </a:rPr>
              <a:t>Real-time AI responses generated without errors</a:t>
            </a:r>
            <a:endParaRPr lang="en-US" sz="10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653010"/>
            <a:ext cx="171450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85825" y="2641402"/>
            <a:ext cx="20426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02027"/>
                </a:solidFill>
              </a:rPr>
              <a:t>Edge cases handled effectively</a:t>
            </a:r>
            <a:endParaRPr lang="en-US" sz="10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90552"/>
            <a:ext cx="171450" cy="1714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85825" y="2978944"/>
            <a:ext cx="261090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02027"/>
                </a:solidFill>
              </a:rPr>
              <a:t>Chatbot system performance validated</a:t>
            </a:r>
            <a:endParaRPr lang="en-US" sz="1050" dirty="0"/>
          </a:p>
        </p:txBody>
      </p:sp>
      <p:sp>
        <p:nvSpPr>
          <p:cNvPr id="15" name="Shape 7"/>
          <p:cNvSpPr/>
          <p:nvPr/>
        </p:nvSpPr>
        <p:spPr>
          <a:xfrm>
            <a:off x="5543550" y="1993106"/>
            <a:ext cx="2857500" cy="21431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6425" y="2135981"/>
            <a:ext cx="2571750" cy="1857375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0" y="4643438"/>
            <a:ext cx="9144000" cy="500063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8" name="Text 9"/>
          <p:cNvSpPr/>
          <p:nvPr/>
        </p:nvSpPr>
        <p:spPr>
          <a:xfrm>
            <a:off x="0" y="4643438"/>
            <a:ext cx="9144000" cy="500063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“System successfully validated for real-time AI chatbot interaction.”</a:t>
            </a:r>
            <a:endParaRPr lang="en-US" sz="10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On-screen Show (16:9)</PresentationFormat>
  <Paragraphs>36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Abi</cp:lastModifiedBy>
  <cp:revision>1</cp:revision>
  <dcterms:created xsi:type="dcterms:W3CDTF">2026-02-23T11:37:22Z</dcterms:created>
  <dcterms:modified xsi:type="dcterms:W3CDTF">2026-03-16T16:11:09Z</dcterms:modified>
</cp:coreProperties>
</file>